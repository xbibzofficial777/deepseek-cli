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E94560"/>
                </a:solidFill>
              </a:rPr>
              <a:t>Annual Review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Performance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Executive Summary</a:t>
            </a:r>
          </a:p>
          <a:p>
            <a:pPr/>
            <a:r>
              <a:t>Financial Performance</a:t>
            </a:r>
          </a:p>
          <a:p>
            <a:pPr/>
            <a:r>
              <a:t>Department Highlights</a:t>
            </a:r>
          </a:p>
          <a:p>
            <a:pPr/>
            <a:r>
              <a:t>Market Analysis</a:t>
            </a:r>
          </a:p>
          <a:p>
            <a:pPr/>
            <a:r>
              <a:t>Future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Q1: $56K | Q2: $64K | Q3: $75K | Q4: $84K</a:t>
            </a:r>
          </a:p>
          <a:p>
            <a:pPr/>
            <a:r>
              <a:t>Exceeded annual target by 15%</a:t>
            </a:r>
          </a:p>
          <a:p>
            <a:pPr/>
            <a:r>
              <a:t>Strongest quarter: Q4 2025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Variance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+7%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✅ Entered 3 new international markets</a:t>
            </a:r>
          </a:p>
          <a:p>
            <a:pPr/>
            <a:r>
              <a:t>✅ Launched 2 new product lines</a:t>
            </a:r>
          </a:p>
          <a:p>
            <a:pPr/>
            <a:r>
              <a:t>✅ Achieved 95% customer satisfaction</a:t>
            </a:r>
          </a:p>
          <a:p>
            <a:pPr/>
            <a:r>
              <a:t>✅ Grew team from 50 to 75 employees</a:t>
            </a:r>
          </a:p>
          <a:p>
            <a:pPr/>
            <a:r>
              <a:t>✅ Reduced technical debt by 40%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914400"/>
            <a:ext cx="1828800" cy="1371600"/>
          </a:xfrm>
          <a:prstGeom prst="rect">
            <a:avLst/>
          </a:prstGeom>
          <a:solidFill>
            <a:srgbClr val="E945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FFFF"/>
                </a:solidFill>
              </a:rPr>
              <a:t>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 to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Achieve $350K+ in annual revenue</a:t>
            </a:r>
          </a:p>
          <a:p>
            <a:pPr/>
            <a:r>
              <a:t>Launch expansion into Asian markets</a:t>
            </a:r>
          </a:p>
          <a:p>
            <a:pPr/>
            <a:r>
              <a:t>Introduce AI-powered features</a:t>
            </a:r>
          </a:p>
          <a:p>
            <a:pPr/>
            <a:r>
              <a:t>Grow team to 100 employees</a:t>
            </a:r>
          </a:p>
          <a:p>
            <a:pPr/>
            <a:r>
              <a:t>Achieve profitability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